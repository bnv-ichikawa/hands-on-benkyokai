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2"/>
  </p:notesMasterIdLst>
  <p:handoutMasterIdLst>
    <p:handoutMasterId r:id="rId3"/>
  </p:handoutMaster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913" userDrawn="1">
          <p15:clr>
            <a:srgbClr val="A4A3A4"/>
          </p15:clr>
        </p15:guide>
        <p15:guide id="5" orient="horz" pos="1139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  <p15:guide id="8" pos="7129" userDrawn="1">
          <p15:clr>
            <a:srgbClr val="A4A3A4"/>
          </p15:clr>
        </p15:guide>
        <p15:guide id="9" pos="551" userDrawn="1">
          <p15:clr>
            <a:srgbClr val="A4A3A4"/>
          </p15:clr>
        </p15:guide>
        <p15:guide id="12" pos="3727" userDrawn="1">
          <p15:clr>
            <a:srgbClr val="A4A3A4"/>
          </p15:clr>
        </p15:guide>
        <p15:guide id="13" pos="395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坂口 まどか" initials="坂口" lastIdx="1" clrIdx="0">
    <p:extLst>
      <p:ext uri="{19B8F6BF-5375-455C-9EA6-DF929625EA0E}">
        <p15:presenceInfo xmlns:p15="http://schemas.microsoft.com/office/powerpoint/2012/main" userId="8964481ccf4cf36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217CA3"/>
    <a:srgbClr val="002C54"/>
    <a:srgbClr val="39A6D7"/>
    <a:srgbClr val="87B8CD"/>
    <a:srgbClr val="476784"/>
    <a:srgbClr val="ACBAC7"/>
    <a:srgbClr val="D3E5ED"/>
    <a:srgbClr val="2A9DD0"/>
    <a:srgbClr val="82C7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605B83-8D23-43A3-B2A8-6548BB3B4740}" v="1" dt="2026-07-13T09:53:37.5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32"/>
      </p:cViewPr>
      <p:guideLst>
        <p:guide orient="horz" pos="913"/>
        <p:guide orient="horz" pos="1139"/>
        <p:guide orient="horz" pos="3861"/>
        <p:guide pos="7129"/>
        <p:guide pos="551"/>
        <p:guide pos="3727"/>
        <p:guide pos="395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handoutMaster" Target="handoutMasters/handoutMaster1.xml"/><Relationship Id="rId7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25" tIns="45713" rIns="91425" bIns="4571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25" tIns="45713" rIns="91425" bIns="4571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5374" y="9371286"/>
            <a:ext cx="2918831" cy="495028"/>
          </a:xfrm>
          <a:prstGeom prst="rect">
            <a:avLst/>
          </a:prstGeom>
        </p:spPr>
        <p:txBody>
          <a:bodyPr vert="horz" lIns="91425" tIns="45713" rIns="91425" bIns="45713" rtlCol="0" anchor="b"/>
          <a:lstStyle>
            <a:lvl1pPr algn="r">
              <a:defRPr sz="1200"/>
            </a:lvl1pPr>
          </a:lstStyle>
          <a:p>
            <a:fld id="{2D42F854-268B-0E4F-9692-74A25E9E3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005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25" tIns="45713" rIns="91425" bIns="45713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4" y="0"/>
            <a:ext cx="2918831" cy="495029"/>
          </a:xfrm>
          <a:prstGeom prst="rect">
            <a:avLst/>
          </a:prstGeom>
        </p:spPr>
        <p:txBody>
          <a:bodyPr vert="horz" lIns="91425" tIns="45713" rIns="91425" bIns="45713" rtlCol="0"/>
          <a:lstStyle>
            <a:lvl1pPr algn="r">
              <a:defRPr sz="1200"/>
            </a:lvl1pPr>
          </a:lstStyle>
          <a:p>
            <a:fld id="{9A6F7122-1009-4A0B-AB94-91B54D475EF1}" type="datetimeFigureOut">
              <a:rPr kumimoji="1" lang="ja-JP" altLang="en-US" smtClean="0"/>
              <a:t>2026/8/18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5" tIns="45713" rIns="91425" bIns="45713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1"/>
          </a:xfrm>
          <a:prstGeom prst="rect">
            <a:avLst/>
          </a:prstGeom>
        </p:spPr>
        <p:txBody>
          <a:bodyPr vert="horz" lIns="91425" tIns="45713" rIns="91425" bIns="45713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25" tIns="45713" rIns="91425" bIns="45713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4" y="9371286"/>
            <a:ext cx="2918831" cy="495028"/>
          </a:xfrm>
          <a:prstGeom prst="rect">
            <a:avLst/>
          </a:prstGeom>
        </p:spPr>
        <p:txBody>
          <a:bodyPr vert="horz" lIns="91425" tIns="45713" rIns="91425" bIns="45713" rtlCol="0" anchor="b"/>
          <a:lstStyle>
            <a:lvl1pPr algn="r">
              <a:defRPr sz="1200"/>
            </a:lvl1pPr>
          </a:lstStyle>
          <a:p>
            <a:fld id="{791C25BB-B59C-4F72-A712-FCDF84B75F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5616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表紙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3428999"/>
            <a:ext cx="5091953" cy="1143001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defRPr sz="4500" b="1" i="0" spc="600">
                <a:solidFill>
                  <a:schemeClr val="bg1"/>
                </a:solidFill>
                <a:latin typeface="Futura PT Bold" charset="0"/>
                <a:ea typeface="Futura PT Bold" charset="0"/>
                <a:cs typeface="Futura PT Bold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4964083"/>
            <a:ext cx="9144000" cy="40072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400" b="0" i="0" spc="600" baseline="0">
                <a:solidFill>
                  <a:srgbClr val="BFDCC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BIZ UDPゴシック" panose="020B04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(OPTIONAL)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9548331" y="3651023"/>
            <a:ext cx="3412830" cy="200026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900" spc="3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>
              <a:spcBef>
                <a:spcPts val="600"/>
              </a:spcBef>
            </a:pPr>
            <a:r>
              <a:rPr lang="en-US" altLang="ja-JP">
                <a:cs typeface="Futura Medium" charset="0"/>
              </a:rPr>
              <a:t>@ Beyond Next Ventures, Inc.</a:t>
            </a:r>
            <a:endParaRPr lang="en-US">
              <a:cs typeface="Futura Medium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76784" y="-29335"/>
            <a:ext cx="3267814" cy="2310199"/>
          </a:xfrm>
          <a:prstGeom prst="rect">
            <a:avLst/>
          </a:prstGeom>
        </p:spPr>
      </p:pic>
      <p:sp>
        <p:nvSpPr>
          <p:cNvPr id="8" name="Oval 7"/>
          <p:cNvSpPr/>
          <p:nvPr userDrawn="1"/>
        </p:nvSpPr>
        <p:spPr>
          <a:xfrm>
            <a:off x="11121278" y="5614038"/>
            <a:ext cx="200026" cy="200026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1601998" y="662043"/>
            <a:ext cx="2256467" cy="31580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BFDCCF"/>
              </a:solidFill>
            </a:endParaRPr>
          </a:p>
        </p:txBody>
      </p:sp>
      <p:sp>
        <p:nvSpPr>
          <p:cNvPr id="10" name="Subtitle 2"/>
          <p:cNvSpPr txBox="1">
            <a:spLocks/>
          </p:cNvSpPr>
          <p:nvPr userDrawn="1"/>
        </p:nvSpPr>
        <p:spPr>
          <a:xfrm>
            <a:off x="1631529" y="719932"/>
            <a:ext cx="2470781" cy="2000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spc="600">
                <a:solidFill>
                  <a:schemeClr val="bg1"/>
                </a:solidFill>
                <a:latin typeface="Futura Medium" charset="0"/>
                <a:ea typeface="Futura Medium" charset="0"/>
                <a:cs typeface="Futura Medium" charset="0"/>
              </a:rPr>
              <a:t>•CONFIDENTIAL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6575612" y="-6589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67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B2D537BC-CAD2-9B9F-85C3-DEECD739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5DA3AA1-27D8-9ED4-7D86-F3EA9DD5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379" y="6377564"/>
            <a:ext cx="324000" cy="338231"/>
          </a:xfrm>
          <a:prstGeom prst="rect">
            <a:avLst/>
          </a:prstGeom>
        </p:spPr>
        <p:txBody>
          <a:bodyPr wrap="none" bIns="72000"/>
          <a:lstStyle>
            <a:lvl1pPr>
              <a:defRPr sz="1000" b="0" i="0">
                <a:solidFill>
                  <a:schemeClr val="bg1"/>
                </a:solidFill>
                <a:latin typeface="Futura PT Cond Book Italic" charset="0"/>
                <a:ea typeface="Futura PT Cond Book Italic" charset="0"/>
                <a:cs typeface="Futura PT Cond Book Italic" charset="0"/>
              </a:defRPr>
            </a:lvl1pPr>
          </a:lstStyle>
          <a:p>
            <a:fld id="{EA818FD4-2EA2-0248-8203-5C0A81512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D46EDAA-C884-EB5C-AE1C-8544BDB3E4C4}"/>
              </a:ext>
            </a:extLst>
          </p:cNvPr>
          <p:cNvCxnSpPr>
            <a:cxnSpLocks/>
          </p:cNvCxnSpPr>
          <p:nvPr userDrawn="1"/>
        </p:nvCxnSpPr>
        <p:spPr>
          <a:xfrm>
            <a:off x="845682" y="6596459"/>
            <a:ext cx="928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ubtitle 2">
            <a:extLst>
              <a:ext uri="{FF2B5EF4-FFF2-40B4-BE49-F238E27FC236}">
                <a16:creationId xmlns:a16="http://schemas.microsoft.com/office/drawing/2014/main" id="{B2B5362E-4E1D-0C99-BD06-9549F74079CE}"/>
              </a:ext>
            </a:extLst>
          </p:cNvPr>
          <p:cNvSpPr txBox="1">
            <a:spLocks/>
          </p:cNvSpPr>
          <p:nvPr userDrawn="1"/>
        </p:nvSpPr>
        <p:spPr>
          <a:xfrm>
            <a:off x="10083200" y="6546680"/>
            <a:ext cx="1592863" cy="110800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800" spc="300">
                <a:solidFill>
                  <a:schemeClr val="bg1"/>
                </a:solidFill>
                <a:latin typeface="Futura Medium" charset="0"/>
                <a:ea typeface="Futura Medium" charset="0"/>
                <a:cs typeface="Futura Medium" charset="0"/>
              </a:rPr>
              <a:t>•CONFIDENTIAL</a:t>
            </a:r>
          </a:p>
        </p:txBody>
      </p:sp>
      <p:sp>
        <p:nvSpPr>
          <p:cNvPr id="16" name="楕円 23">
            <a:extLst>
              <a:ext uri="{FF2B5EF4-FFF2-40B4-BE49-F238E27FC236}">
                <a16:creationId xmlns:a16="http://schemas.microsoft.com/office/drawing/2014/main" id="{9AFB927A-E65F-EF26-EB8A-CD9A513923DC}"/>
              </a:ext>
            </a:extLst>
          </p:cNvPr>
          <p:cNvSpPr/>
          <p:nvPr userDrawn="1"/>
        </p:nvSpPr>
        <p:spPr>
          <a:xfrm>
            <a:off x="521682" y="6420910"/>
            <a:ext cx="324001" cy="32773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B447B7B-4505-978A-515A-2C91D6661A86}"/>
              </a:ext>
            </a:extLst>
          </p:cNvPr>
          <p:cNvSpPr/>
          <p:nvPr userDrawn="1"/>
        </p:nvSpPr>
        <p:spPr>
          <a:xfrm>
            <a:off x="0" y="763084"/>
            <a:ext cx="12192000" cy="55765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DA2E8B18-DE0A-1DFE-CEB0-4B3E45E9E6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5542" y="-29335"/>
            <a:ext cx="1192618" cy="843128"/>
          </a:xfrm>
          <a:prstGeom prst="rect">
            <a:avLst/>
          </a:prstGeom>
        </p:spPr>
      </p:pic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A869A035-1C2C-E120-D9C4-5745A2673D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8274" y="897464"/>
            <a:ext cx="11160124" cy="6156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spc="300"/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60172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B2D537BC-CAD2-9B9F-85C3-DEECD739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5DA3AA1-27D8-9ED4-7D86-F3EA9DD5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682" y="6423109"/>
            <a:ext cx="324000" cy="338231"/>
          </a:xfrm>
          <a:prstGeom prst="rect">
            <a:avLst/>
          </a:prstGeom>
        </p:spPr>
        <p:txBody>
          <a:bodyPr wrap="none" bIns="72000"/>
          <a:lstStyle>
            <a:lvl1pPr>
              <a:defRPr sz="1000" b="0" i="0">
                <a:solidFill>
                  <a:schemeClr val="bg1"/>
                </a:solidFill>
                <a:latin typeface="Futura PT Cond Book Italic" charset="0"/>
                <a:ea typeface="Futura PT Cond Book Italic" charset="0"/>
                <a:cs typeface="Futura PT Cond Book Italic" charset="0"/>
              </a:defRPr>
            </a:lvl1pPr>
          </a:lstStyle>
          <a:p>
            <a:fld id="{EA818FD4-2EA2-0248-8203-5C0A8151299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D46EDAA-C884-EB5C-AE1C-8544BDB3E4C4}"/>
              </a:ext>
            </a:extLst>
          </p:cNvPr>
          <p:cNvCxnSpPr>
            <a:cxnSpLocks/>
          </p:cNvCxnSpPr>
          <p:nvPr userDrawn="1"/>
        </p:nvCxnSpPr>
        <p:spPr>
          <a:xfrm>
            <a:off x="845682" y="6596459"/>
            <a:ext cx="928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ubtitle 2">
            <a:extLst>
              <a:ext uri="{FF2B5EF4-FFF2-40B4-BE49-F238E27FC236}">
                <a16:creationId xmlns:a16="http://schemas.microsoft.com/office/drawing/2014/main" id="{B2B5362E-4E1D-0C99-BD06-9549F74079CE}"/>
              </a:ext>
            </a:extLst>
          </p:cNvPr>
          <p:cNvSpPr txBox="1">
            <a:spLocks/>
          </p:cNvSpPr>
          <p:nvPr userDrawn="1"/>
        </p:nvSpPr>
        <p:spPr>
          <a:xfrm>
            <a:off x="10083200" y="6546680"/>
            <a:ext cx="1592863" cy="110800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800" spc="300">
                <a:solidFill>
                  <a:schemeClr val="bg1"/>
                </a:solidFill>
                <a:latin typeface="Futura Medium" charset="0"/>
                <a:ea typeface="Futura Medium" charset="0"/>
                <a:cs typeface="Futura Medium" charset="0"/>
              </a:rPr>
              <a:t>•CONFIDENTIAL</a:t>
            </a:r>
          </a:p>
        </p:txBody>
      </p:sp>
      <p:sp>
        <p:nvSpPr>
          <p:cNvPr id="16" name="楕円 23">
            <a:extLst>
              <a:ext uri="{FF2B5EF4-FFF2-40B4-BE49-F238E27FC236}">
                <a16:creationId xmlns:a16="http://schemas.microsoft.com/office/drawing/2014/main" id="{9AFB927A-E65F-EF26-EB8A-CD9A513923DC}"/>
              </a:ext>
            </a:extLst>
          </p:cNvPr>
          <p:cNvSpPr/>
          <p:nvPr userDrawn="1"/>
        </p:nvSpPr>
        <p:spPr>
          <a:xfrm>
            <a:off x="521682" y="6420910"/>
            <a:ext cx="324001" cy="32773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96938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8CB08D1-F3B0-4C35-92BE-EF6378066EAF}"/>
              </a:ext>
            </a:extLst>
          </p:cNvPr>
          <p:cNvSpPr/>
          <p:nvPr userDrawn="1"/>
        </p:nvSpPr>
        <p:spPr>
          <a:xfrm>
            <a:off x="0" y="-1"/>
            <a:ext cx="12191999" cy="6857999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25000"/>
                </a:srgbClr>
              </a:gs>
              <a:gs pos="100000">
                <a:srgbClr val="21285C">
                  <a:alpha val="7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Oval 11">
            <a:extLst>
              <a:ext uri="{FF2B5EF4-FFF2-40B4-BE49-F238E27FC236}">
                <a16:creationId xmlns:a16="http://schemas.microsoft.com/office/drawing/2014/main" id="{36F17D76-37AD-4BBD-80B2-13D278DD3F79}"/>
              </a:ext>
            </a:extLst>
          </p:cNvPr>
          <p:cNvSpPr/>
          <p:nvPr userDrawn="1"/>
        </p:nvSpPr>
        <p:spPr>
          <a:xfrm>
            <a:off x="11121278" y="5614038"/>
            <a:ext cx="200026" cy="200026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16">
            <a:extLst>
              <a:ext uri="{FF2B5EF4-FFF2-40B4-BE49-F238E27FC236}">
                <a16:creationId xmlns:a16="http://schemas.microsoft.com/office/drawing/2014/main" id="{02E62C94-BD6B-4473-A4EA-789E3B4EB33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2608" y="244308"/>
            <a:ext cx="1981645" cy="1400935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5E32495-1F3C-EA7A-19F7-7EED12ECD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548331" y="3651023"/>
            <a:ext cx="3412830" cy="200026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900" spc="300">
                <a:solidFill>
                  <a:schemeClr val="bg1"/>
                </a:solidFill>
              </a:defRPr>
            </a:lvl1pPr>
          </a:lstStyle>
          <a:p>
            <a:pPr>
              <a:spcBef>
                <a:spcPts val="600"/>
              </a:spcBef>
            </a:pPr>
            <a:r>
              <a:rPr lang="en-US" altLang="ja-JP">
                <a:latin typeface="Futura Medium" charset="0"/>
                <a:ea typeface="Futura Medium" charset="0"/>
                <a:cs typeface="Futura Medium" charset="0"/>
              </a:rPr>
              <a:t>© Beyond Next Ventures, Inc.</a:t>
            </a:r>
          </a:p>
          <a:p>
            <a:pPr>
              <a:spcBef>
                <a:spcPts val="600"/>
              </a:spcBef>
            </a:pPr>
            <a:endParaRPr lang="en-US">
              <a:latin typeface="Futura Medium" charset="0"/>
              <a:ea typeface="Futura Medium" charset="0"/>
              <a:cs typeface="Futura Mediu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70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01747FD-06C1-DE58-AEEB-8447DB69A981}"/>
              </a:ext>
            </a:extLst>
          </p:cNvPr>
          <p:cNvSpPr/>
          <p:nvPr userDrawn="1"/>
        </p:nvSpPr>
        <p:spPr>
          <a:xfrm>
            <a:off x="0" y="-1"/>
            <a:ext cx="12191999" cy="6857999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25000"/>
                </a:srgbClr>
              </a:gs>
              <a:gs pos="100000">
                <a:srgbClr val="21285C">
                  <a:alpha val="75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515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3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093824B-9F72-AF15-4C65-314E36127C9D}"/>
              </a:ext>
            </a:extLst>
          </p:cNvPr>
          <p:cNvSpPr/>
          <p:nvPr userDrawn="1"/>
        </p:nvSpPr>
        <p:spPr>
          <a:xfrm>
            <a:off x="0" y="6283231"/>
            <a:ext cx="10109200" cy="574769"/>
          </a:xfrm>
          <a:prstGeom prst="rect">
            <a:avLst/>
          </a:prstGeom>
          <a:solidFill>
            <a:srgbClr val="2128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80346-F18F-548A-FBA4-1D016728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682" y="6423109"/>
            <a:ext cx="324000" cy="338231"/>
          </a:xfrm>
          <a:prstGeom prst="rect">
            <a:avLst/>
          </a:prstGeom>
        </p:spPr>
        <p:txBody>
          <a:bodyPr wrap="none" bIns="72000"/>
          <a:lstStyle>
            <a:lvl1pPr>
              <a:defRPr sz="1000" b="0" i="0">
                <a:solidFill>
                  <a:schemeClr val="bg1"/>
                </a:solidFill>
                <a:latin typeface="Futura PT Cond Book Italic" charset="0"/>
                <a:ea typeface="Futura PT Cond Book Italic" charset="0"/>
                <a:cs typeface="Futura PT Cond Book Italic" charset="0"/>
              </a:defRPr>
            </a:lvl1pPr>
          </a:lstStyle>
          <a:p>
            <a:fld id="{EA818FD4-2EA2-0248-8203-5C0A8151299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D1FE768-5B1B-A9D5-AA84-29AB2AAF8F78}"/>
              </a:ext>
            </a:extLst>
          </p:cNvPr>
          <p:cNvCxnSpPr>
            <a:cxnSpLocks/>
          </p:cNvCxnSpPr>
          <p:nvPr userDrawn="1"/>
        </p:nvCxnSpPr>
        <p:spPr>
          <a:xfrm>
            <a:off x="845682" y="6596459"/>
            <a:ext cx="763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itle 2">
            <a:extLst>
              <a:ext uri="{FF2B5EF4-FFF2-40B4-BE49-F238E27FC236}">
                <a16:creationId xmlns:a16="http://schemas.microsoft.com/office/drawing/2014/main" id="{96F42CD7-176B-0599-5D1D-5E0061B70CE1}"/>
              </a:ext>
            </a:extLst>
          </p:cNvPr>
          <p:cNvSpPr txBox="1">
            <a:spLocks/>
          </p:cNvSpPr>
          <p:nvPr userDrawn="1"/>
        </p:nvSpPr>
        <p:spPr>
          <a:xfrm>
            <a:off x="8378362" y="6546680"/>
            <a:ext cx="1592863" cy="110800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800" spc="300">
                <a:solidFill>
                  <a:schemeClr val="bg1"/>
                </a:solidFill>
                <a:latin typeface="Futura Medium" charset="0"/>
                <a:ea typeface="Futura Medium" charset="0"/>
                <a:cs typeface="Futura Medium" charset="0"/>
              </a:rPr>
              <a:t>•CONFIDENTIAL</a:t>
            </a:r>
          </a:p>
        </p:txBody>
      </p:sp>
      <p:sp>
        <p:nvSpPr>
          <p:cNvPr id="10" name="楕円 23">
            <a:extLst>
              <a:ext uri="{FF2B5EF4-FFF2-40B4-BE49-F238E27FC236}">
                <a16:creationId xmlns:a16="http://schemas.microsoft.com/office/drawing/2014/main" id="{FBC98312-02F8-1DB4-087C-F40311069C9F}"/>
              </a:ext>
            </a:extLst>
          </p:cNvPr>
          <p:cNvSpPr/>
          <p:nvPr userDrawn="1"/>
        </p:nvSpPr>
        <p:spPr>
          <a:xfrm>
            <a:off x="521682" y="6420910"/>
            <a:ext cx="324001" cy="32773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039199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見出し（水色）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870" y="0"/>
            <a:ext cx="3112008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3487270" y="2839105"/>
            <a:ext cx="7634008" cy="1916672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defRPr sz="4500" b="1" i="0" spc="600">
                <a:solidFill>
                  <a:schemeClr val="bg1"/>
                </a:solidFill>
                <a:latin typeface="Futura PT Bold" charset="0"/>
                <a:ea typeface="Futura PT Bold" charset="0"/>
                <a:cs typeface="Futura PT Bold" charset="0"/>
              </a:defRPr>
            </a:lvl1pPr>
          </a:lstStyle>
          <a:p>
            <a:r>
              <a:rPr lang="en-US"/>
              <a:t>INTRODUCTION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87270" y="3554553"/>
            <a:ext cx="7634008" cy="690297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buNone/>
              <a:defRPr sz="2400" b="0" i="0" spc="600" baseline="0">
                <a:solidFill>
                  <a:schemeClr val="bg1"/>
                </a:solidFill>
                <a:latin typeface="Futura PT Medium" charset="0"/>
                <a:ea typeface="Futura PT Medium" charset="0"/>
                <a:cs typeface="Futura PT Medium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(OPTIONAL)</a:t>
            </a:r>
          </a:p>
        </p:txBody>
      </p:sp>
      <p:sp>
        <p:nvSpPr>
          <p:cNvPr id="12" name="Oval 11"/>
          <p:cNvSpPr/>
          <p:nvPr userDrawn="1"/>
        </p:nvSpPr>
        <p:spPr>
          <a:xfrm>
            <a:off x="11121278" y="5614038"/>
            <a:ext cx="200026" cy="200026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1601998" y="662043"/>
            <a:ext cx="2256467" cy="31580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BFDCCF"/>
              </a:solidFill>
            </a:endParaRPr>
          </a:p>
        </p:txBody>
      </p:sp>
      <p:sp>
        <p:nvSpPr>
          <p:cNvPr id="14" name="Subtitle 2"/>
          <p:cNvSpPr txBox="1">
            <a:spLocks/>
          </p:cNvSpPr>
          <p:nvPr userDrawn="1"/>
        </p:nvSpPr>
        <p:spPr>
          <a:xfrm>
            <a:off x="1631529" y="719932"/>
            <a:ext cx="2470781" cy="2000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spc="600">
                <a:solidFill>
                  <a:schemeClr val="bg1"/>
                </a:solidFill>
                <a:latin typeface="Futura Medium" charset="0"/>
                <a:ea typeface="Futura Medium" charset="0"/>
                <a:cs typeface="Futura Medium" charset="0"/>
              </a:rPr>
              <a:t>•CONFIDENTIAL</a:t>
            </a:r>
          </a:p>
        </p:txBody>
      </p:sp>
      <p:sp>
        <p:nvSpPr>
          <p:cNvPr id="15" name="Subtitle 2"/>
          <p:cNvSpPr txBox="1">
            <a:spLocks/>
          </p:cNvSpPr>
          <p:nvPr userDrawn="1"/>
        </p:nvSpPr>
        <p:spPr>
          <a:xfrm>
            <a:off x="3487270" y="4233338"/>
            <a:ext cx="9144000" cy="69029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b="0" i="0" kern="1200" spc="600" baseline="0">
                <a:solidFill>
                  <a:srgbClr val="BFDCCF"/>
                </a:solidFill>
                <a:latin typeface="Futura PT Medium" charset="0"/>
                <a:ea typeface="Futura PT Medium" charset="0"/>
                <a:cs typeface="Futura PT Medium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spc="-300">
                <a:solidFill>
                  <a:schemeClr val="bg1"/>
                </a:solidFill>
              </a:rPr>
              <a:t>/////////////////////////////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2608" y="244308"/>
            <a:ext cx="1981645" cy="1400935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030604A-9476-EA2B-7021-FFF1BEBDE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548331" y="3651023"/>
            <a:ext cx="3412830" cy="200026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900" spc="300">
                <a:solidFill>
                  <a:schemeClr val="bg1"/>
                </a:solidFill>
              </a:defRPr>
            </a:lvl1pPr>
          </a:lstStyle>
          <a:p>
            <a:pPr>
              <a:spcBef>
                <a:spcPts val="600"/>
              </a:spcBef>
            </a:pPr>
            <a:r>
              <a:rPr lang="en-US" altLang="ja-JP">
                <a:latin typeface="Futura Medium" charset="0"/>
                <a:ea typeface="Futura Medium" charset="0"/>
                <a:cs typeface="Futura Medium" charset="0"/>
              </a:rPr>
              <a:t>© Beyond Next Ventures, Inc.</a:t>
            </a:r>
          </a:p>
          <a:p>
            <a:pPr>
              <a:spcBef>
                <a:spcPts val="600"/>
              </a:spcBef>
            </a:pPr>
            <a:endParaRPr lang="en-US">
              <a:latin typeface="Futura Medium" charset="0"/>
              <a:ea typeface="Futura Medium" charset="0"/>
              <a:cs typeface="Futura Mediu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88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（水色）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118" y="6383244"/>
            <a:ext cx="380998" cy="3382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Futura PT Cond Book Italic" charset="0"/>
                <a:ea typeface="Futura PT Cond Book Italic" charset="0"/>
                <a:cs typeface="Futura PT Cond Book Italic" charset="0"/>
              </a:defRPr>
            </a:lvl1pPr>
          </a:lstStyle>
          <a:p>
            <a:fld id="{EA818FD4-2EA2-0248-8203-5C0A815129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Subtitle 2"/>
          <p:cNvSpPr txBox="1">
            <a:spLocks/>
          </p:cNvSpPr>
          <p:nvPr userDrawn="1"/>
        </p:nvSpPr>
        <p:spPr>
          <a:xfrm>
            <a:off x="8032330" y="6283231"/>
            <a:ext cx="2227777" cy="1982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spc="600">
                <a:solidFill>
                  <a:schemeClr val="bg1"/>
                </a:solidFill>
                <a:latin typeface="Futura Medium" charset="0"/>
                <a:ea typeface="Futura Medium" charset="0"/>
                <a:cs typeface="Futura Medium" charset="0"/>
              </a:rPr>
              <a:t>•CONFIDENTIAL</a:t>
            </a:r>
          </a:p>
        </p:txBody>
      </p:sp>
    </p:spTree>
    <p:extLst>
      <p:ext uri="{BB962C8B-B14F-4D97-AF65-F5344CB8AC3E}">
        <p14:creationId xmlns:p14="http://schemas.microsoft.com/office/powerpoint/2010/main" val="2081572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5938" y="133213"/>
            <a:ext cx="11160124" cy="540000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DECEMBER 2019 | BEYOND NEXT VENTURES INC.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818FD4-2EA2-0248-8203-5C0A815129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FF9530DE-6D21-48AE-9CFF-18258D621B6D}"/>
              </a:ext>
            </a:extLst>
          </p:cNvPr>
          <p:cNvSpPr/>
          <p:nvPr userDrawn="1"/>
        </p:nvSpPr>
        <p:spPr>
          <a:xfrm>
            <a:off x="3622672" y="-286139"/>
            <a:ext cx="761777" cy="223935"/>
          </a:xfrm>
          <a:prstGeom prst="rect">
            <a:avLst/>
          </a:prstGeom>
          <a:solidFill>
            <a:srgbClr val="488A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3146C1FE-7207-48DE-8A5C-5D52C60E91E7}"/>
              </a:ext>
            </a:extLst>
          </p:cNvPr>
          <p:cNvSpPr/>
          <p:nvPr userDrawn="1"/>
        </p:nvSpPr>
        <p:spPr>
          <a:xfrm>
            <a:off x="4528340" y="-286139"/>
            <a:ext cx="761777" cy="223935"/>
          </a:xfrm>
          <a:prstGeom prst="rect">
            <a:avLst/>
          </a:prstGeom>
          <a:solidFill>
            <a:srgbClr val="CE5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2A3D63AC-303A-4436-AC7B-37762984A0A9}"/>
              </a:ext>
            </a:extLst>
          </p:cNvPr>
          <p:cNvSpPr/>
          <p:nvPr userDrawn="1"/>
        </p:nvSpPr>
        <p:spPr>
          <a:xfrm>
            <a:off x="5434008" y="-286139"/>
            <a:ext cx="761777" cy="223935"/>
          </a:xfrm>
          <a:prstGeom prst="rect">
            <a:avLst/>
          </a:prstGeom>
          <a:solidFill>
            <a:srgbClr val="BFDCC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8B89A86F-FA15-473D-8BA8-092C8D73DF5E}"/>
              </a:ext>
            </a:extLst>
          </p:cNvPr>
          <p:cNvSpPr/>
          <p:nvPr userDrawn="1"/>
        </p:nvSpPr>
        <p:spPr>
          <a:xfrm>
            <a:off x="6339676" y="-286139"/>
            <a:ext cx="761777" cy="223935"/>
          </a:xfrm>
          <a:prstGeom prst="rect">
            <a:avLst/>
          </a:prstGeom>
          <a:solidFill>
            <a:srgbClr val="E1B1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B971BA5A-6498-4E21-8DE7-F692E0EAB224}"/>
              </a:ext>
            </a:extLst>
          </p:cNvPr>
          <p:cNvSpPr/>
          <p:nvPr userDrawn="1"/>
        </p:nvSpPr>
        <p:spPr>
          <a:xfrm>
            <a:off x="7245342" y="-286139"/>
            <a:ext cx="761777" cy="223935"/>
          </a:xfrm>
          <a:prstGeom prst="rect">
            <a:avLst/>
          </a:prstGeom>
          <a:solidFill>
            <a:srgbClr val="F8D72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7423A379-5C79-4985-89D5-98659A580DBD}"/>
              </a:ext>
            </a:extLst>
          </p:cNvPr>
          <p:cNvSpPr/>
          <p:nvPr userDrawn="1"/>
        </p:nvSpPr>
        <p:spPr>
          <a:xfrm>
            <a:off x="0" y="-286139"/>
            <a:ext cx="761777" cy="223935"/>
          </a:xfrm>
          <a:prstGeom prst="rect">
            <a:avLst/>
          </a:prstGeom>
          <a:solidFill>
            <a:srgbClr val="002C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0C8F3483-12B3-4022-9862-29FB95561CC4}"/>
              </a:ext>
            </a:extLst>
          </p:cNvPr>
          <p:cNvSpPr/>
          <p:nvPr userDrawn="1"/>
        </p:nvSpPr>
        <p:spPr>
          <a:xfrm>
            <a:off x="905668" y="-286139"/>
            <a:ext cx="761777" cy="223935"/>
          </a:xfrm>
          <a:prstGeom prst="rect">
            <a:avLst/>
          </a:prstGeom>
          <a:solidFill>
            <a:srgbClr val="217CA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1ECD28BF-B294-40D6-ACCD-85EC933BCD8A}"/>
              </a:ext>
            </a:extLst>
          </p:cNvPr>
          <p:cNvSpPr/>
          <p:nvPr userDrawn="1"/>
        </p:nvSpPr>
        <p:spPr>
          <a:xfrm>
            <a:off x="1811336" y="-286139"/>
            <a:ext cx="761777" cy="223935"/>
          </a:xfrm>
          <a:prstGeom prst="rect">
            <a:avLst/>
          </a:prstGeom>
          <a:solidFill>
            <a:srgbClr val="4CB5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EBFB2641-AF4C-4E50-88B9-BA644CC7DCE7}"/>
              </a:ext>
            </a:extLst>
          </p:cNvPr>
          <p:cNvSpPr/>
          <p:nvPr userDrawn="1"/>
        </p:nvSpPr>
        <p:spPr>
          <a:xfrm>
            <a:off x="2717004" y="-286139"/>
            <a:ext cx="761777" cy="223935"/>
          </a:xfrm>
          <a:prstGeom prst="rect">
            <a:avLst/>
          </a:prstGeom>
          <a:solidFill>
            <a:srgbClr val="EFB50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79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3" r:id="rId2"/>
    <p:sldLayoutId id="2147483672" r:id="rId3"/>
    <p:sldLayoutId id="2147483666" r:id="rId4"/>
    <p:sldLayoutId id="2147483667" r:id="rId5"/>
    <p:sldLayoutId id="2147483661" r:id="rId6"/>
    <p:sldLayoutId id="2147483651" r:id="rId7"/>
    <p:sldLayoutId id="2147483662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b="1" kern="1200" spc="300" baseline="0">
          <a:solidFill>
            <a:schemeClr val="tx1"/>
          </a:solidFill>
          <a:latin typeface="FUTURA MEDIUM" panose="020B0602020204020303" pitchFamily="34" charset="-79"/>
          <a:ea typeface="+mn-ea"/>
          <a:cs typeface="FUTURA MEDIUM" panose="020B0602020204020303" pitchFamily="34" charset="-79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7355">
          <p15:clr>
            <a:srgbClr val="F26B43"/>
          </p15:clr>
        </p15:guide>
        <p15:guide id="3" pos="325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テーマ">
  <a:themeElements>
    <a:clrScheme name="Beyond01">
      <a:dk1>
        <a:srgbClr val="212121"/>
      </a:dk1>
      <a:lt1>
        <a:srgbClr val="FFFFFF"/>
      </a:lt1>
      <a:dk2>
        <a:srgbClr val="000000"/>
      </a:dk2>
      <a:lt2>
        <a:srgbClr val="EEEEEE"/>
      </a:lt2>
      <a:accent1>
        <a:srgbClr val="002C54"/>
      </a:accent1>
      <a:accent2>
        <a:srgbClr val="207CA3"/>
      </a:accent2>
      <a:accent3>
        <a:srgbClr val="4CB5F5"/>
      </a:accent3>
      <a:accent4>
        <a:srgbClr val="EFB509"/>
      </a:accent4>
      <a:accent5>
        <a:srgbClr val="488A99"/>
      </a:accent5>
      <a:accent6>
        <a:srgbClr val="CE5957"/>
      </a:accent6>
      <a:hlink>
        <a:srgbClr val="7980FF"/>
      </a:hlink>
      <a:folHlink>
        <a:srgbClr val="7980FF"/>
      </a:folHlink>
    </a:clrScheme>
    <a:fontScheme name="ユーザー定義 2">
      <a:majorFont>
        <a:latin typeface="游ゴシック"/>
        <a:ea typeface="游ゴシック"/>
        <a:cs typeface="游ゴシック"/>
      </a:majorFont>
      <a:minorFont>
        <a:latin typeface="游ゴシック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0" tIns="0" rIns="0" bIns="0" rtlCol="0" anchor="ctr"/>
      <a:lstStyle>
        <a:defPPr algn="ctr">
          <a:defRPr kumimoji="1" sz="1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kumimoji="0" b="1" kern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NV GELAP REVISI" id="{301B0881-0990-9144-AD00-FF89A9DD8018}" vid="{D5415667-4560-4244-8F2A-BA1275102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6706</TotalTime>
  <Words>0</Words>
  <Application>Microsoft Office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10" baseType="lpstr">
      <vt:lpstr>BIZ UDPゴシック</vt:lpstr>
      <vt:lpstr>FUTURA MEDIUM</vt:lpstr>
      <vt:lpstr>FUTURA MEDIUM</vt:lpstr>
      <vt:lpstr>Futura PT Bold</vt:lpstr>
      <vt:lpstr>Futura PT Cond Book Italic</vt:lpstr>
      <vt:lpstr>Futura PT Medium</vt:lpstr>
      <vt:lpstr>游ゴシック</vt:lpstr>
      <vt:lpstr>Arial</vt:lpstr>
      <vt:lpstr>Calibri</vt:lpstr>
      <vt:lpstr>Office テーマ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檜山 紗衣</dc:creator>
  <cp:lastModifiedBy>市川 智宏</cp:lastModifiedBy>
  <cp:revision>14</cp:revision>
  <cp:lastPrinted>2026-02-09T23:43:11Z</cp:lastPrinted>
  <dcterms:created xsi:type="dcterms:W3CDTF">2021-03-04T23:51:18Z</dcterms:created>
  <dcterms:modified xsi:type="dcterms:W3CDTF">2026-08-18T05:21:59Z</dcterms:modified>
</cp:coreProperties>
</file>